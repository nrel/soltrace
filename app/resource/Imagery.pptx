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79" d="100"/>
          <a:sy n="79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18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97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5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20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8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3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2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0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5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9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1FE7-93CC-4E45-AF1D-A5855231BD86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05B0D-A04E-4202-A7C9-57BA744DD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1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spect="1"/>
          </p:cNvSpPr>
          <p:nvPr/>
        </p:nvSpPr>
        <p:spPr>
          <a:xfrm>
            <a:off x="1611300" y="1415563"/>
            <a:ext cx="2253082" cy="22544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ock Arc 10"/>
          <p:cNvSpPr/>
          <p:nvPr/>
        </p:nvSpPr>
        <p:spPr>
          <a:xfrm rot="8272644">
            <a:off x="1923035" y="1729943"/>
            <a:ext cx="1622854" cy="1622854"/>
          </a:xfrm>
          <a:prstGeom prst="blockArc">
            <a:avLst>
              <a:gd name="adj1" fmla="val 10800000"/>
              <a:gd name="adj2" fmla="val 83578"/>
              <a:gd name="adj3" fmla="val 82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 rot="18902843">
            <a:off x="2644531" y="1557124"/>
            <a:ext cx="370703" cy="1326292"/>
          </a:xfrm>
          <a:prstGeom prst="downArrow">
            <a:avLst>
              <a:gd name="adj1" fmla="val 32222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 rot="11105929">
            <a:off x="2479904" y="2758629"/>
            <a:ext cx="370703" cy="384204"/>
          </a:xfrm>
          <a:prstGeom prst="downArrow">
            <a:avLst>
              <a:gd name="adj1" fmla="val 32222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624439" y="2431347"/>
            <a:ext cx="220045" cy="2200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E820DC-96A9-B534-8522-75210D478B3E}"/>
              </a:ext>
            </a:extLst>
          </p:cNvPr>
          <p:cNvSpPr txBox="1"/>
          <p:nvPr/>
        </p:nvSpPr>
        <p:spPr>
          <a:xfrm>
            <a:off x="1211580" y="545815"/>
            <a:ext cx="3634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3223732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58114-6E4B-ADDD-A014-F7F7DA8A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83ECE3-4B3C-1182-DA02-F6BEA0B7F7E1}"/>
              </a:ext>
            </a:extLst>
          </p:cNvPr>
          <p:cNvSpPr>
            <a:spLocks noChangeAspect="1"/>
          </p:cNvSpPr>
          <p:nvPr/>
        </p:nvSpPr>
        <p:spPr>
          <a:xfrm>
            <a:off x="1802562" y="2649564"/>
            <a:ext cx="2253082" cy="225443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57D60D29-80DE-D2C0-06E5-ACB982393C4F}"/>
              </a:ext>
            </a:extLst>
          </p:cNvPr>
          <p:cNvSpPr/>
          <p:nvPr/>
        </p:nvSpPr>
        <p:spPr>
          <a:xfrm rot="8272644">
            <a:off x="2098132" y="2965356"/>
            <a:ext cx="1622854" cy="1622854"/>
          </a:xfrm>
          <a:prstGeom prst="blockArc">
            <a:avLst>
              <a:gd name="adj1" fmla="val 10800000"/>
              <a:gd name="adj2" fmla="val 83578"/>
              <a:gd name="adj3" fmla="val 82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1EBBC2-34E5-1444-6B13-2FFC98D939CF}"/>
              </a:ext>
            </a:extLst>
          </p:cNvPr>
          <p:cNvSpPr/>
          <p:nvPr/>
        </p:nvSpPr>
        <p:spPr>
          <a:xfrm>
            <a:off x="2799536" y="3666760"/>
            <a:ext cx="220045" cy="2200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2EAA0C-4B5E-4AE9-87AF-D52F9F588E62}"/>
              </a:ext>
            </a:extLst>
          </p:cNvPr>
          <p:cNvGrpSpPr/>
          <p:nvPr/>
        </p:nvGrpSpPr>
        <p:grpSpPr>
          <a:xfrm>
            <a:off x="2271727" y="3180610"/>
            <a:ext cx="1472939" cy="761526"/>
            <a:chOff x="2096630" y="1945197"/>
            <a:chExt cx="1472939" cy="761526"/>
          </a:xfrm>
          <a:solidFill>
            <a:schemeClr val="accent4"/>
          </a:solidFill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F32DF13D-BEA6-0C3B-51CF-CA2FA3692F5F}"/>
                </a:ext>
              </a:extLst>
            </p:cNvPr>
            <p:cNvSpPr/>
            <p:nvPr/>
          </p:nvSpPr>
          <p:spPr>
            <a:xfrm rot="5147572">
              <a:off x="2907343" y="2302363"/>
              <a:ext cx="370703" cy="438018"/>
            </a:xfrm>
            <a:prstGeom prst="downArrow">
              <a:avLst>
                <a:gd name="adj1" fmla="val 32222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F34C226-B9C7-773B-DEE6-26E2BBCE7830}"/>
                </a:ext>
              </a:extLst>
            </p:cNvPr>
            <p:cNvSpPr/>
            <p:nvPr/>
          </p:nvSpPr>
          <p:spPr>
            <a:xfrm rot="2651035">
              <a:off x="2096630" y="1945197"/>
              <a:ext cx="1472939" cy="1242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6308B53-7BBA-8C20-4475-788D47E87973}"/>
              </a:ext>
            </a:extLst>
          </p:cNvPr>
          <p:cNvGrpSpPr/>
          <p:nvPr/>
        </p:nvGrpSpPr>
        <p:grpSpPr>
          <a:xfrm rot="16200000" flipH="1">
            <a:off x="1950081" y="3493863"/>
            <a:ext cx="1468841" cy="760098"/>
            <a:chOff x="2100149" y="1946625"/>
            <a:chExt cx="1468841" cy="760098"/>
          </a:xfrm>
          <a:solidFill>
            <a:schemeClr val="accent4"/>
          </a:solidFill>
        </p:grpSpPr>
        <p:sp>
          <p:nvSpPr>
            <p:cNvPr id="6" name="Down Arrow 12">
              <a:extLst>
                <a:ext uri="{FF2B5EF4-FFF2-40B4-BE49-F238E27FC236}">
                  <a16:creationId xmlns:a16="http://schemas.microsoft.com/office/drawing/2014/main" id="{BED825B6-F25D-ADFF-0B0C-58A3ECE5E78D}"/>
                </a:ext>
              </a:extLst>
            </p:cNvPr>
            <p:cNvSpPr/>
            <p:nvPr/>
          </p:nvSpPr>
          <p:spPr>
            <a:xfrm rot="5147572">
              <a:off x="2907343" y="2302363"/>
              <a:ext cx="370703" cy="438018"/>
            </a:xfrm>
            <a:prstGeom prst="downArrow">
              <a:avLst>
                <a:gd name="adj1" fmla="val 32222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88AC96-1BA0-6FBD-C56E-960EACD240EE}"/>
                </a:ext>
              </a:extLst>
            </p:cNvPr>
            <p:cNvSpPr/>
            <p:nvPr/>
          </p:nvSpPr>
          <p:spPr>
            <a:xfrm rot="2651035">
              <a:off x="2100149" y="1946625"/>
              <a:ext cx="1468841" cy="1242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29C09109-1E7C-6667-EE44-A02F4DDA8EC5}"/>
              </a:ext>
            </a:extLst>
          </p:cNvPr>
          <p:cNvSpPr/>
          <p:nvPr/>
        </p:nvSpPr>
        <p:spPr>
          <a:xfrm>
            <a:off x="1002462" y="1849464"/>
            <a:ext cx="1600200" cy="1600200"/>
          </a:xfrm>
          <a:prstGeom prst="pie">
            <a:avLst>
              <a:gd name="adj1" fmla="val 0"/>
              <a:gd name="adj2" fmla="val 541932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8D3F2-6F95-F902-39E5-3711F6F05179}"/>
              </a:ext>
            </a:extLst>
          </p:cNvPr>
          <p:cNvSpPr txBox="1"/>
          <p:nvPr/>
        </p:nvSpPr>
        <p:spPr>
          <a:xfrm>
            <a:off x="1105640" y="1960283"/>
            <a:ext cx="3634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Mock 1: Parabolic Trough</a:t>
            </a:r>
          </a:p>
        </p:txBody>
      </p:sp>
    </p:spTree>
    <p:extLst>
      <p:ext uri="{BB962C8B-B14F-4D97-AF65-F5344CB8AC3E}">
        <p14:creationId xmlns:p14="http://schemas.microsoft.com/office/powerpoint/2010/main" val="181606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C1EE-B114-7534-2364-1E01D7C3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19E992-849E-31FE-8008-1E7B3635CCC8}"/>
              </a:ext>
            </a:extLst>
          </p:cNvPr>
          <p:cNvSpPr>
            <a:spLocks noChangeAspect="1"/>
          </p:cNvSpPr>
          <p:nvPr/>
        </p:nvSpPr>
        <p:spPr>
          <a:xfrm>
            <a:off x="1804195" y="2643849"/>
            <a:ext cx="2253082" cy="225443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039E56-8937-D3B9-F984-69853B429529}"/>
              </a:ext>
            </a:extLst>
          </p:cNvPr>
          <p:cNvSpPr/>
          <p:nvPr/>
        </p:nvSpPr>
        <p:spPr>
          <a:xfrm>
            <a:off x="2017522" y="3794049"/>
            <a:ext cx="220045" cy="2200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EFB8E1D-2E3C-F7FB-8775-D7D998A65747}"/>
              </a:ext>
            </a:extLst>
          </p:cNvPr>
          <p:cNvSpPr/>
          <p:nvPr/>
        </p:nvSpPr>
        <p:spPr>
          <a:xfrm rot="5624428">
            <a:off x="2842174" y="3283977"/>
            <a:ext cx="147847" cy="1280160"/>
          </a:xfrm>
          <a:prstGeom prst="downArrow">
            <a:avLst>
              <a:gd name="adj1" fmla="val 52625"/>
              <a:gd name="adj2" fmla="val 1065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368020-32A3-A7CA-9E06-19D9C4EA6944}"/>
              </a:ext>
            </a:extLst>
          </p:cNvPr>
          <p:cNvSpPr/>
          <p:nvPr/>
        </p:nvSpPr>
        <p:spPr>
          <a:xfrm rot="18088811">
            <a:off x="3040960" y="4225267"/>
            <a:ext cx="980765" cy="124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4C188-730D-8A75-30B7-8AD88D2478E8}"/>
              </a:ext>
            </a:extLst>
          </p:cNvPr>
          <p:cNvSpPr/>
          <p:nvPr/>
        </p:nvSpPr>
        <p:spPr>
          <a:xfrm rot="13412630" flipH="1">
            <a:off x="2317349" y="3422715"/>
            <a:ext cx="1463040" cy="914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0ED39133-5BC2-17CD-F7DA-47692471B899}"/>
              </a:ext>
            </a:extLst>
          </p:cNvPr>
          <p:cNvSpPr/>
          <p:nvPr/>
        </p:nvSpPr>
        <p:spPr>
          <a:xfrm>
            <a:off x="1002462" y="1849464"/>
            <a:ext cx="1600200" cy="1600200"/>
          </a:xfrm>
          <a:prstGeom prst="pie">
            <a:avLst>
              <a:gd name="adj1" fmla="val 0"/>
              <a:gd name="adj2" fmla="val 541932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91759-B353-4E06-00C4-A8018ED4C118}"/>
              </a:ext>
            </a:extLst>
          </p:cNvPr>
          <p:cNvSpPr txBox="1"/>
          <p:nvPr/>
        </p:nvSpPr>
        <p:spPr>
          <a:xfrm>
            <a:off x="1308498" y="1820109"/>
            <a:ext cx="3634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Mock 2: Heliostat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693AAA-0FCF-5894-A0DE-CAF6C244CC30}"/>
              </a:ext>
            </a:extLst>
          </p:cNvPr>
          <p:cNvSpPr/>
          <p:nvPr/>
        </p:nvSpPr>
        <p:spPr>
          <a:xfrm rot="13412630" flipH="1">
            <a:off x="1853551" y="3879815"/>
            <a:ext cx="1645920" cy="914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Down Arrow 12">
            <a:extLst>
              <a:ext uri="{FF2B5EF4-FFF2-40B4-BE49-F238E27FC236}">
                <a16:creationId xmlns:a16="http://schemas.microsoft.com/office/drawing/2014/main" id="{624ABBA7-C831-918E-45D8-A09F1C789905}"/>
              </a:ext>
            </a:extLst>
          </p:cNvPr>
          <p:cNvSpPr/>
          <p:nvPr/>
        </p:nvSpPr>
        <p:spPr>
          <a:xfrm rot="6950936">
            <a:off x="2680657" y="3684038"/>
            <a:ext cx="146304" cy="1122153"/>
          </a:xfrm>
          <a:prstGeom prst="downArrow">
            <a:avLst>
              <a:gd name="adj1" fmla="val 52625"/>
              <a:gd name="adj2" fmla="val 1065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2">
            <a:extLst>
              <a:ext uri="{FF2B5EF4-FFF2-40B4-BE49-F238E27FC236}">
                <a16:creationId xmlns:a16="http://schemas.microsoft.com/office/drawing/2014/main" id="{DB40320D-CD71-7EC8-836F-E8ED536CC26B}"/>
              </a:ext>
            </a:extLst>
          </p:cNvPr>
          <p:cNvSpPr/>
          <p:nvPr/>
        </p:nvSpPr>
        <p:spPr>
          <a:xfrm rot="18697211">
            <a:off x="2783567" y="2930185"/>
            <a:ext cx="147847" cy="1554480"/>
          </a:xfrm>
          <a:prstGeom prst="downArrow">
            <a:avLst>
              <a:gd name="adj1" fmla="val 52625"/>
              <a:gd name="adj2" fmla="val 1065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5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NREL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Dobos, Aron</dc:creator>
  <cp:lastModifiedBy>Hamilton, William</cp:lastModifiedBy>
  <cp:revision>6</cp:revision>
  <dcterms:created xsi:type="dcterms:W3CDTF">2016-01-13T20:38:47Z</dcterms:created>
  <dcterms:modified xsi:type="dcterms:W3CDTF">2025-10-20T21:29:13Z</dcterms:modified>
</cp:coreProperties>
</file>